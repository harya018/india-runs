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371600"/>
            <a:ext cx="5486400" cy="548640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4572000" cy="4572000"/>
          </a:xfrm>
          <a:prstGeom prst="ellipse">
            <a:avLst/>
          </a:prstGeom>
          <a:solidFill>
            <a:srgbClr val="00A896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8288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REDROB HACKATHON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331720"/>
            <a:ext cx="9601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Ranking Candidates the Way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Great Recruiter Would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425196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8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hybrid scoring system that reads career history as evidence and treats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8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listed skills as claims that need corroboration — built and validated against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8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100,000-candidate pool, entirely offline.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6035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Harya  |  Intelligent Candidate Discovery &amp; Ranking Challenge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Keyword counting is the wrong answer —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the dataset proves 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5394960" cy="3931920"/>
          </a:xfrm>
          <a:prstGeom prst="roundRect">
            <a:avLst>
              <a:gd name="adj" fmla="val 1860"/>
            </a:avLst>
          </a:prstGeom>
          <a:solidFill>
            <a:srgbClr val="F7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4231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JD says, in its own words: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880360"/>
            <a:ext cx="47548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‘right answer’ is not ‘find candidates whose skills section contains the most AI keywords.’ That’s a trap we’ve explicitly built into the dataset.”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candidate who has all the AI keywords listed as skills but whose title is ‘Marketing Manager’ is not a fit, no matter how perfect their skill list looks.”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2194560"/>
            <a:ext cx="5394960" cy="3931920"/>
          </a:xfrm>
          <a:prstGeom prst="roundRect">
            <a:avLst>
              <a:gd name="adj" fmla="val 1860"/>
            </a:avLst>
          </a:prstGeom>
          <a:solidFill>
            <a:srgbClr val="990011">
              <a:alpha val="8000"/>
            </a:srgbClr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24231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bundle's own sample_submission.csv: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37960" y="2880360"/>
            <a:ext cx="47548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1: HR Manager, 6.1 yrs, “9 AI core skills”</a:t>
            </a:r>
            <a:endParaRPr lang="en-US" sz="125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4: Content Writer, 8.3 yrs, “8 AI core skills”</a:t>
            </a:r>
            <a:endParaRPr lang="en-US" sz="125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6: Graphic Designer, 10.4 yrs, “9 AI core skills”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checked: this is the format reference, and it's a pure keyword-stuffing ranker — exactly the failure mode the JD warns against, sitting in the bundle as a cautionary example.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layers: fit, availability, and disqualifiers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F7F9FA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56032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560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324612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Extraction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features.py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4023360"/>
            <a:ext cx="28803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trust scores (endorsements × duration), career_relevance_score read from FREE TEXT career history, trap flags (honeypot, consulting-only, title-chaser, pure-research)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995928" y="3931920"/>
            <a:ext cx="292608" cy="274320"/>
          </a:xfrm>
          <a:prstGeom prst="rightArrow">
            <a:avLst/>
          </a:prstGeom>
          <a:solidFill>
            <a:srgbClr val="CCCCCC"/>
          </a:solidFill>
          <a:ln/>
        </p:spPr>
      </p:sp>
      <p:sp>
        <p:nvSpPr>
          <p:cNvPr id="11" name="Shape 9"/>
          <p:cNvSpPr/>
          <p:nvPr/>
        </p:nvSpPr>
        <p:spPr>
          <a:xfrm>
            <a:off x="4306824" y="228600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F7F9FA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81144" y="256032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4581144" y="2560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81144" y="324612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81144" y="365760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scoring.py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81144" y="4023360"/>
            <a:ext cx="28803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base_fit_score (skills × corroboration + career + experience + seniority + location + education) × behavioral_multiplier × trap_penalty_multiplier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754112" y="3931920"/>
            <a:ext cx="292608" cy="274320"/>
          </a:xfrm>
          <a:prstGeom prst="rightArrow">
            <a:avLst/>
          </a:prstGeom>
          <a:solidFill>
            <a:srgbClr val="CCCCCC"/>
          </a:solidFill>
          <a:ln/>
        </p:spPr>
      </p:sp>
      <p:sp>
        <p:nvSpPr>
          <p:cNvPr id="18" name="Shape 16"/>
          <p:cNvSpPr/>
          <p:nvPr/>
        </p:nvSpPr>
        <p:spPr>
          <a:xfrm>
            <a:off x="8065008" y="228600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F7F9FA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39328" y="256032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8339328" y="2560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339328" y="324612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Reasoning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39328" y="365760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reasoning.py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339328" y="4023360"/>
            <a:ext cx="28803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Fact-gated clause templates compose a 1-2 sentence justification from the SAME features used in scoring — nothing invented, varied phrasing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candidates.jsonl(.gz) → extract_features() → score_candidate() → generate_reasoning() → outputs/submission.csv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DATA, NOT ASSUMPTION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skill vocabulary itself reveals the taxonomy</a:t>
            </a:r>
            <a:endParaRPr lang="en-US" sz="2800" dirty="0"/>
          </a:p>
        </p:txBody>
      </p:sp>
      <p:pic>
        <p:nvPicPr>
          <p:cNvPr id="4" name="Image 0" descr="skill_ban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03120"/>
            <a:ext cx="6400800" cy="35844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269480" y="2103120"/>
            <a:ext cx="4389120" cy="3931920"/>
          </a:xfrm>
          <a:prstGeom prst="roundRect">
            <a:avLst>
              <a:gd name="adj" fmla="val 1860"/>
            </a:avLst>
          </a:prstGeom>
          <a:solidFill>
            <a:srgbClr val="F7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589520" y="23317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told us: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589520" y="274320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skills (HTML, Sales, Accounting...) appear ~12,000× — irrelevant to this JD.</a:t>
            </a:r>
            <a:endParaRPr lang="en-US" sz="12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ML/AI skills (LLMs, RAG, CV...) appear ~5,000× — relevant but not the JD's specific ask.</a:t>
            </a:r>
            <a:endParaRPr lang="en-US" sz="12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IR/retrieval skills (BM25, Qdrant, Learning to Rank...) appear ~1,350× — exactly the JD's “things you absolutely need.”</a:t>
            </a:r>
            <a:endParaRPr lang="en-US" sz="12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handful of rare synonyms (“Search Infrastructure”, “Ranking Systems”) appear &lt;10× — read as deliberately planted plain-language alternatives.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MECHANISM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are claims. Career history is evidence.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990011">
              <a:alpha val="8000"/>
            </a:srgbClr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286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 during testing: CAND_0000021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14.5-year Project Manager at Wipro. Skills list: Recommendation Systems, Embeddings, Vector Search — each with plausible endorsement counts (3–4) and durations (13–18 months). Every career_history entry: brand design, mechanical engineering, sales, customer support. Zero ML/AI work, ever.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 rot="5400000">
            <a:off x="5532120" y="3794760"/>
            <a:ext cx="457200" cy="365760"/>
          </a:xfrm>
          <a:prstGeom prst="rightArrow">
            <a:avLst/>
          </a:prstGeom>
          <a:solidFill>
            <a:srgbClr val="028090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4297680"/>
            <a:ext cx="11064240" cy="1828800"/>
          </a:xfrm>
          <a:prstGeom prst="roundRect">
            <a:avLst>
              <a:gd name="adj" fmla="val 4000"/>
            </a:avLst>
          </a:prstGeom>
          <a:solidFill>
            <a:srgbClr val="00A896">
              <a:alpha val="1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4348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fix: skill–career corroboration gate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475488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substance is only counted at full value if career_relevance_score (computed independently, purely from career_history TEXT) clears a threshold. Below it, claimed skills are discounted to as little as 25% of their trust-weighted value — endorsement/duration numbers can look reasonable on a hobbyist's skill entry, but the career narrative can't fake substance the same way.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impact: this candidate's rank moved from #8 of 50 to outside the top 100 of 100,000.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DISQUALIFIERS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JD-named trap, operationalized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F7F9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19456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Honeypots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017520" y="219456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“Expert”/“advanced” proficiency claimed with ≤3 months' use, or ≥8 simultaneous “expert” skills.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60920" y="2194560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21/21 matches in EDA were off-domain titles (HR, Accounting, Civil Engineer) — consistent with a planted signature.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3182112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F7F9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273552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Consulting-only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017520" y="3273552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company in career_history (not just current) is TCS/Infosys/Wipro/Accenture/Cognizant/Capgemini/HCL.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60920" y="3273552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 explicitly exempts candidates currently at one of these firms with prior product-company experience — our check honors that.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4261104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F7F9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352544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Title-chasers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017520" y="4352544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3 roles with average tenure &lt; 18 months.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60920" y="4352544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AI-titled candidates matched this pattern in the full pool during EDA.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5340096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F7F9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431536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research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017520" y="5431536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role title is research-only AND no production-deployment language anywhere in career text.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60920" y="5431536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conditions required, so a Research Scientist who later shipped something isn't penalized.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CATCHING WHAT KEYWORD-MATCHING MISSES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“Tier 5” candidates compete fairly in the final top 100</a:t>
            </a:r>
            <a:endParaRPr lang="en-US" sz="2800" dirty="0"/>
          </a:p>
        </p:txBody>
      </p:sp>
      <p:pic>
        <p:nvPicPr>
          <p:cNvPr id="4" name="Image 0" descr="title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03120"/>
            <a:ext cx="6675120" cy="3749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98080" y="2103120"/>
            <a:ext cx="4160520" cy="3931920"/>
          </a:xfrm>
          <a:prstGeom prst="roundRect">
            <a:avLst>
              <a:gd name="adj" fmla="val 1860"/>
            </a:avLst>
          </a:prstGeom>
          <a:solidFill>
            <a:srgbClr val="028090">
              <a:alpha val="1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0" y="23317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0" y="274320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career_relevance_score is computed purely from career_history description text — never from the title field. It scans for production/eval/scale language (shipped, NDCG, p95, QPS) and IR domain terms (retrieval, ranking, embeddings, click-through).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772400" y="429768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lets a “Search Engineer” or “Recommendation Systems Engineer” — titles with zero AI buzzwords — outrank a generic “ML Engineer” whose actual work history is thin.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772400" y="55321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of the final top 100 carry no AI/ML buzzword in their title.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MATTERS, NOT JUST FIT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perfect-on-paper ghost is, for hiring, not available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5349240" cy="3840480"/>
          </a:xfrm>
          <a:prstGeom prst="roundRect">
            <a:avLst>
              <a:gd name="adj" fmla="val 1905"/>
            </a:avLst>
          </a:prstGeom>
          <a:solidFill>
            <a:srgbClr val="F7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423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signals feed the multiplier: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788920"/>
            <a:ext cx="47548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 of last_active_date (32% weight)</a:t>
            </a:r>
            <a:endParaRPr lang="en-US" sz="12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response rate (28%)</a:t>
            </a:r>
            <a:endParaRPr lang="en-US" sz="12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Open-to-work flag (14%)</a:t>
            </a:r>
            <a:endParaRPr lang="en-US" sz="12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completeness (12%)</a:t>
            </a:r>
            <a:endParaRPr lang="en-US" sz="12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completion rate (8%)</a:t>
            </a:r>
            <a:endParaRPr lang="en-US" sz="12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Email/phone verification (6%)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2194560"/>
            <a:ext cx="5349240" cy="3840480"/>
          </a:xfrm>
          <a:prstGeom prst="roundRect">
            <a:avLst>
              <a:gd name="adj" fmla="val 1905"/>
            </a:avLst>
          </a:prstGeom>
          <a:solidFill>
            <a:srgbClr val="00A896">
              <a:alpha val="1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242316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multiplier, bounded [0.55, 1.10] — not an additive term: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0" y="3017520"/>
            <a:ext cx="4709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JD says “down-weight appropriately,” not “disqualify.” A multiplier lets engagement meaningfully move a candidate without letting it single-handedly override a genuinely strong fit — a great-but-ghosted candidate still outranks a mediocre, highly-responsive one if the underlying fit gap is large enough.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0" y="502920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base_fit_score × behavioral_multiplier × trap_penalty_multiplier = final score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REVIEW READINESS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Reasoning text: fact-gated, varied, rank-consistent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LLM calls at ranking time (banned by the compute budget). Instead, every reasoning clause is conditioned on a real boolean/numeric feature from the candidate's own profile, with phrasing variants chosen by a seeded RNG.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11064240" cy="1188720"/>
          </a:xfrm>
          <a:prstGeom prst="roundRect">
            <a:avLst>
              <a:gd name="adj" fmla="val 4615"/>
            </a:avLst>
          </a:prstGeom>
          <a:solidFill>
            <a:srgbClr val="00A896">
              <a:alpha val="8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9260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7  •  Score 0.9544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“Senior NLP Engineer (7.8 yrs) at Niramai: career history shows shipped production systems, built evaluation/NDCG-style rigor, operated at real scale directly in ranking/retrieval work; 9 core IR/retrieval skills backed by real endorsements and tenure, not just listed; 7.8 yrs experience sits in the JD's target band.”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4160520"/>
            <a:ext cx="11064240" cy="1188720"/>
          </a:xfrm>
          <a:prstGeom prst="roundRect">
            <a:avLst>
              <a:gd name="adj" fmla="val 4615"/>
            </a:avLst>
          </a:prstGeom>
          <a:solidFill>
            <a:srgbClr val="990011">
              <a:alpha val="6000"/>
            </a:srgbClr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976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100  •  Score 0.8634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45720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“2.8-yr NLP Engineer, currently at Meesho: career history shows shipped production systems, built evaluation/NDCG-style rigor directly in ranking/retrieval work; 7 core retrieval-relevant skills with credible endorsement/tenure backing; however only 2.8 yrs experience, below the JD's 5-9 yr band.”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real strengths AND honest concerns, stated with specific facts (years, company, skill counts, signal values) — exactly what submission_spec.md Section 3 checks for.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ENGINEERING, NOT PASTE-AND-PRAY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bug we caught: reasoning that contradicted the score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11064240" cy="1554480"/>
          </a:xfrm>
          <a:prstGeom prst="roundRect">
            <a:avLst>
              <a:gd name="adj" fmla="val 4706"/>
            </a:avLst>
          </a:prstGeom>
          <a:solidFill>
            <a:srgbClr val="990011">
              <a:alpha val="8000"/>
            </a:srgbClr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286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saw while reading ranks 88–100 manually: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91, score 0.8689 (near the top of an already-curated top 100): “...only marginal signal for this JD; included as lower-confidence filler.” The candidate actually had 5 real strengths and zero concerns — the text was simply wrong.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886200"/>
            <a:ext cx="11064240" cy="1554480"/>
          </a:xfrm>
          <a:prstGeom prst="roundRect">
            <a:avLst>
              <a:gd name="adj" fmla="val 4706"/>
            </a:avLst>
          </a:prstGeom>
          <a:solidFill>
            <a:srgbClr val="00A896">
              <a:alpha val="1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0233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and fix: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434340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code branched its tone on RANK NUMBER (“if rank &gt; 70, lead with a concern”) — but rank position in a curated top 100 isn't a reliable signal of quality; it just means 90 peers scored higher. Fixed by branching on actual strengths/concerns CONTENT instead. Verified by regenerating and re-reading the same rows.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writeup with before/after: DEVELOPMENT_LOG.md in the repo.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NUMBERS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on the full 100,000-candidate pool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240280"/>
            <a:ext cx="2697480" cy="1920240"/>
          </a:xfrm>
          <a:prstGeom prst="roundRect">
            <a:avLst>
              <a:gd name="adj" fmla="val 3810"/>
            </a:avLst>
          </a:prstGeom>
          <a:solidFill>
            <a:srgbClr val="F7F9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331720"/>
            <a:ext cx="2697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32461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Honeypot rate in top 100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31520" y="38404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limit: ≤10%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456432" y="2240280"/>
            <a:ext cx="2697480" cy="1920240"/>
          </a:xfrm>
          <a:prstGeom prst="roundRect">
            <a:avLst>
              <a:gd name="adj" fmla="val 3810"/>
            </a:avLst>
          </a:prstGeom>
          <a:solidFill>
            <a:srgbClr val="F7F9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56432" y="2331720"/>
            <a:ext cx="2697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639312" y="32461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Consulting-only careers in top 100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639312" y="38404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JD-named disqualifier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364224" y="2240280"/>
            <a:ext cx="2697480" cy="1920240"/>
          </a:xfrm>
          <a:prstGeom prst="roundRect">
            <a:avLst>
              <a:gd name="adj" fmla="val 3810"/>
            </a:avLst>
          </a:prstGeom>
          <a:solidFill>
            <a:srgbClr val="F7F9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64224" y="2331720"/>
            <a:ext cx="2697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547104" y="32461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Off-domain titles in top 100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547104" y="38404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HR, Accounting, Sales, etc.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272016" y="2240280"/>
            <a:ext cx="2697480" cy="1920240"/>
          </a:xfrm>
          <a:prstGeom prst="roundRect">
            <a:avLst>
              <a:gd name="adj" fmla="val 3810"/>
            </a:avLst>
          </a:prstGeom>
          <a:solidFill>
            <a:srgbClr val="F7F9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72016" y="2331720"/>
            <a:ext cx="2697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9454896" y="32461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“Tier 5” plain-language titles in top 100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454896" y="38404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Search/Recsys Engineer</a:t>
            </a:r>
            <a:endParaRPr lang="en-US" sz="950" dirty="0"/>
          </a:p>
        </p:txBody>
      </p:sp>
      <p:pic>
        <p:nvPicPr>
          <p:cNvPr id="20" name="Image 0" descr="score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434840"/>
            <a:ext cx="5486400" cy="210312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6309360" y="443484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1B2A3A"/>
          </a:solidFill>
          <a:ln/>
        </p:spPr>
      </p:sp>
      <p:sp>
        <p:nvSpPr>
          <p:cNvPr id="22" name="Text 19"/>
          <p:cNvSpPr/>
          <p:nvPr/>
        </p:nvSpPr>
        <p:spPr>
          <a:xfrm>
            <a:off x="6583680" y="45720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footprint (full 100K pool):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6583680" y="493776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50" dirty="0">
                <a:solidFill>
                  <a:srgbClr val="DC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Runtime: ~51–61 seconds</a:t>
            </a:r>
            <a:endParaRPr lang="en-US" sz="115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50" dirty="0">
                <a:solidFill>
                  <a:srgbClr val="DC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RAM: ~1.8 GB</a:t>
            </a:r>
            <a:endParaRPr lang="en-US" sz="115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50" dirty="0">
                <a:solidFill>
                  <a:srgbClr val="DC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CPU-only, zero network calls</a:t>
            </a:r>
            <a:endParaRPr lang="en-US" sz="115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50" dirty="0">
                <a:solidFill>
                  <a:srgbClr val="DC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Python stdlib (no model weights, no embedding service)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028090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LIMITATIONS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9601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DC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career_relevance_score is a term-density heuristic over career text, not a learned semantic model — it can miss novel phrasings of the same work.</a:t>
            </a:r>
            <a:endParaRPr lang="en-US" sz="140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DC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current_role_codes / is_pure_research are inferred from title and description patterns; the dataset has no ground-truth “last wrote code” field.</a:t>
            </a:r>
            <a:endParaRPr lang="en-US" sz="140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DC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Honeypot detection catches the specific “expert-with-near-zero-duration” signature found during EDA — not guaranteed to catch every one of the ~80 honeypots described in the README.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3520440"/>
            <a:ext cx="10058400" cy="0"/>
          </a:xfrm>
          <a:prstGeom prst="line">
            <a:avLst/>
          </a:prstGeom>
          <a:noFill/>
          <a:ln w="12700">
            <a:solidFill>
              <a:srgbClr val="3A4A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9319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github.com/Harya018/redrob-ranker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44805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FB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rank.py  →  src/{config,features,scoring,reasoning}.py  →  outputs/submission.csv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FB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 (architecture)  ·  DEVELOPMENT_LOG.md (bugs found+fixed)  ·  tests/ (12 unit tests)  ·  sandbox/app.py (Streamlit demo)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548640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validated end-to-end against the full 100,000-candidate pool with Claude as a development collaborator — declared honestly in submission_metadata.yaml.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Redrob Hackathon — Candidate Ranker</dc:title>
  <dc:subject>PptxGenJS Presentation</dc:subject>
  <dc:creator>Harya</dc:creator>
  <cp:lastModifiedBy>Harya</cp:lastModifiedBy>
  <cp:revision>1</cp:revision>
  <dcterms:created xsi:type="dcterms:W3CDTF">2026-06-24T12:08:07Z</dcterms:created>
  <dcterms:modified xsi:type="dcterms:W3CDTF">2026-06-24T12:08:07Z</dcterms:modified>
</cp:coreProperties>
</file>